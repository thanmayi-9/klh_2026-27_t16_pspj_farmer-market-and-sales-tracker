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58" r:id="rId4"/>
    <p:sldId id="260" r:id="rId5"/>
    <p:sldId id="261" r:id="rId6"/>
    <p:sldId id="262" r:id="rId7"/>
    <p:sldId id="263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EB6408-3270-4BB4-0C80-3AB2D3CE98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49D4AE-9587-A31E-6300-B1862933096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4AC11E-38F2-8DA4-0076-F9809A790D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75AD43-A1A0-4A0D-985C-D51A22D0F063}" type="datetimeFigureOut">
              <a:rPr lang="en-IN" smtClean="0"/>
              <a:t>22-09-2026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577185-D84E-8FED-DB34-175FEC631A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381887-508C-2D18-2190-5EECAC80B3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15E2F-6816-45DB-BF66-D8D17579FF8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64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613437-4A32-CD45-6777-09E0DC290A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7B8F49-F5D6-893A-CF87-5DAC7CB008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49298E-713C-DE3B-3F54-BA9CAE275D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75AD43-A1A0-4A0D-985C-D51A22D0F063}" type="datetimeFigureOut">
              <a:rPr lang="en-IN" smtClean="0"/>
              <a:t>22-09-2026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31B332-24CF-255C-C37A-70CC99C7CF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272E10-D10A-36ED-C2B4-7C359264DB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15E2F-6816-45DB-BF66-D8D17579FF8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192292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F03E5D-A14F-554B-EE19-8F8C1961BE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DD802B-1F3B-2590-A777-96AF310470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A0B715-E915-07F8-B203-5D80384B28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75AD43-A1A0-4A0D-985C-D51A22D0F063}" type="datetimeFigureOut">
              <a:rPr lang="en-IN" smtClean="0"/>
              <a:t>22-09-2026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468246-A32C-F3C5-EB8B-4F00C252F7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FC556D-5A0A-AA53-9875-3BECF3806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15E2F-6816-45DB-BF66-D8D17579FF8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321610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37AF0D-5185-8417-7A48-7D6EAFB59C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5417BE-12E4-40A3-342B-7D89EA38D78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2F9CD3-AFA2-607C-CB53-B0E0854AE27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368DE4-E31D-4D0E-C8CC-0E4D79F9B5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75AD43-A1A0-4A0D-985C-D51A22D0F063}" type="datetimeFigureOut">
              <a:rPr lang="en-IN" smtClean="0"/>
              <a:t>22-09-2026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CF573AD-4213-2D52-912F-CD4F0D5E17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5E60D1-E907-1F06-4408-533D2CD848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15E2F-6816-45DB-BF66-D8D17579FF8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207591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E729C2-2BFB-402F-5F33-A382C57630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2C0771-6156-CBB9-2ED2-7F42BFA8CB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D29095D-042F-7C52-9305-DEB5B006B6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257540-3244-DB42-0BB6-8AA63497E46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990D00A-8C66-9078-BA81-5DDE6DC485F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338BB98-1CCE-D52D-DA9C-669F4EDBD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75AD43-A1A0-4A0D-985C-D51A22D0F063}" type="datetimeFigureOut">
              <a:rPr lang="en-IN" smtClean="0"/>
              <a:t>22-09-2026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9F93B90-3507-16D9-7640-A2E9CA562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EF057EA-A798-A3F6-17F7-A5F9A59ECA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15E2F-6816-45DB-BF66-D8D17579FF8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574411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0FB384-04A5-615C-36F0-B7631A5ECB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3DBDCF6-18DD-155E-5754-861CF0F023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75AD43-A1A0-4A0D-985C-D51A22D0F063}" type="datetimeFigureOut">
              <a:rPr lang="en-IN" smtClean="0"/>
              <a:t>22-09-2026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F6BD60F-3441-EFF1-1390-7DED401DD3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4A8B266-5D4E-7166-6613-D81D68852C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15E2F-6816-45DB-BF66-D8D17579FF8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2511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E1E184-27B7-BC33-E650-F86204A313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75AD43-A1A0-4A0D-985C-D51A22D0F063}" type="datetimeFigureOut">
              <a:rPr lang="en-IN" smtClean="0"/>
              <a:t>22-09-2026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6B0EBCC-BE4B-CBEE-9D3F-F7D7F7B303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C88E46-1D16-CF48-92EA-099E672012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15E2F-6816-45DB-BF66-D8D17579FF8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531804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62A895-03E2-1C63-5549-54EF8D25F1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341BE4-EA83-B5D2-293C-BD6ED6D80A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E84764-DDF1-AB98-E080-8394A34F6F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684CDB-1FB6-54FC-CEAF-552A897406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75AD43-A1A0-4A0D-985C-D51A22D0F063}" type="datetimeFigureOut">
              <a:rPr lang="en-IN" smtClean="0"/>
              <a:t>22-09-2026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AADA2F-306A-9743-202B-95FB8AB01B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160BC7-016F-3D42-37A7-C62C5C7674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15E2F-6816-45DB-BF66-D8D17579FF8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382200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929BB5-DEB6-E602-1EB0-ADA0CC9F50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47DEC44-5AA6-F041-4D05-1469BD5FB5C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BCC29AE-1EFA-15A5-D41B-C9CEAC6DD3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711DFA-C74F-D303-53CB-7FC12FBD9D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75AD43-A1A0-4A0D-985C-D51A22D0F063}" type="datetimeFigureOut">
              <a:rPr lang="en-IN" smtClean="0"/>
              <a:t>22-09-2026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CA3935-5AF8-1E12-F1B4-4E9E03CECB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87C6E1-A7DA-78BF-6EB9-18B6021988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15E2F-6816-45DB-BF66-D8D17579FF8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823303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CC3776-FB4F-B7BE-6152-7DAB974828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D7FB0B-E043-9756-269B-2AB2534D69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46098E-2069-CEE1-3993-74BB2A4A8B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75AD43-A1A0-4A0D-985C-D51A22D0F063}" type="datetimeFigureOut">
              <a:rPr lang="en-IN" smtClean="0"/>
              <a:t>22-09-2026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912A6-1036-6E82-8BB7-9AB6F69679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96EC1F-AC25-2529-E4FC-2E322732D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15E2F-6816-45DB-BF66-D8D17579FF8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560820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9428E68-DDC1-A479-7BC0-6229BE8B4B8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F9D0038-13C3-A62A-817A-42B04DF2CC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10A44A-4BE5-29DC-8EFA-C74D34F7BF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75AD43-A1A0-4A0D-985C-D51A22D0F063}" type="datetimeFigureOut">
              <a:rPr lang="en-IN" smtClean="0"/>
              <a:t>22-09-2026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03E23E-4BAC-7768-C151-E96491FAD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E50792-FEBD-0593-8C1B-54223C5A10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15E2F-6816-45DB-BF66-D8D17579FF8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793652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341F316-4367-709F-7D6D-DBC1AB7AD0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FB0A4C-4788-E76B-24DE-B2F57283FD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D3D4D1-2E3F-0A65-9A89-0428EF8ED9B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75AD43-A1A0-4A0D-985C-D51A22D0F063}" type="datetimeFigureOut">
              <a:rPr lang="en-IN" smtClean="0"/>
              <a:t>22-09-2026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7A7F3F-E5D9-1702-24A4-F941D5176E2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6EDDDB-493D-825D-7E3E-EEA1F9B03D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E715E2F-6816-45DB-BF66-D8D17579FF8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37977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5D86B7-289A-72C2-A019-12905A5C96D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C16362F-C356-9210-D25A-27A6D4C94DA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7C82DEE-0E9A-9D6C-6186-0DC08A6580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832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26101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70F6656-C5FB-6269-7F1C-9C35F10503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66366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91ADBD3-EAA4-2D04-2766-DC24F663B6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86297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301826B-F2D1-C83A-6CB4-246171FFEF2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13474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57AA02B-D729-36B9-B5CF-3A17E7235A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78719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62C313F-2141-48E2-979A-00733C8BA6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27959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0D6D9BD-E8F8-4E24-27D9-9AC99C7B21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1635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119</TotalTime>
  <Words>0</Words>
  <Application>Microsoft Office PowerPoint</Application>
  <PresentationFormat>Widescreen</PresentationFormat>
  <Paragraphs>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lucky lucky</dc:creator>
  <cp:lastModifiedBy>lucky lucky</cp:lastModifiedBy>
  <cp:revision>1</cp:revision>
  <dcterms:created xsi:type="dcterms:W3CDTF">2026-09-22T05:25:17Z</dcterms:created>
  <dcterms:modified xsi:type="dcterms:W3CDTF">2026-09-22T07:24:39Z</dcterms:modified>
</cp:coreProperties>
</file>